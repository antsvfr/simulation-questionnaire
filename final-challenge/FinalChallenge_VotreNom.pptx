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</a:rPr>
              <a:t>AlterMatch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0">
                <a:solidFill>
                  <a:srgbClr val="F59E0B"/>
                </a:solidFill>
              </a:rPr>
              <a:t>Chaque alternance, un vrai match.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</a:rPr>
              <a:t>Final Challenge — Start-up &amp; Chatbot Zapier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</a:rPr>
              <a:t>[Votre nom] · [Prénom] · [Prénom]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L'équipe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START-UP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1737360"/>
            <a:ext cx="1463040" cy="14630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</a:rPr>
              <a:t>[Votre nom]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F46E5"/>
                </a:solidFill>
              </a:rPr>
              <a:t>CEO &amp; Stratégie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1737360"/>
            <a:ext cx="1463040" cy="14630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</a:rPr>
              <a:t>[Prénom]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023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F46E5"/>
                </a:solidFill>
              </a:rPr>
              <a:t>Produit &amp; Chatbot</a:t>
            </a:r>
          </a:p>
        </p:txBody>
      </p:sp>
      <p:sp>
        <p:nvSpPr>
          <p:cNvPr id="12" name="Oval 11"/>
          <p:cNvSpPr/>
          <p:nvPr/>
        </p:nvSpPr>
        <p:spPr>
          <a:xfrm>
            <a:off x="9235440" y="1737360"/>
            <a:ext cx="1463040" cy="14630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</a:rPr>
              <a:t>[Prénom]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23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F46E5"/>
                </a:solidFill>
              </a:rPr>
              <a:t>Growth &amp; Partenariats écoles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START-UP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03520" cy="43891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39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</a:rPr>
              <a:t>🎓 Étudiant·e·s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493775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Des dizaines de candidatures sans réponse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Recherche qui dure des mois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Rythme école mal compris des entreprises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Stress et risque de perdre sa place en école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03520" cy="43891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39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</a:rPr>
              <a:t>🏢 PME (10–250 salariés)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93775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Pas de service RH pour trier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Aides et démarches (OPCO, CERFA) floues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Recrutements tardifs, profils mal adaptés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Ruptures de contrat pendant l'essai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Mission &amp; proposition de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START-UP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4F46E5"/>
                </a:solidFill>
              </a:rPr>
              <a:t>Mission : faire de chaque alternance un vrai match, pour l'étudiant comme pour l'entreprise.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2651760" cy="3291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</a:rPr>
              <a:t>Matching 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Compétences + rythme d'alternance + culture d'entreprise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468880"/>
            <a:ext cx="2651760" cy="3291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606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</a:rPr>
              <a:t>Shortlist en 72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0040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3 profils pré-qualifiés, entretiens organisés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468880"/>
            <a:ext cx="2651760" cy="3291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</a:rPr>
              <a:t>Zéro paperasse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CERFA, OPCO et aides gérés par AlterMatch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468880"/>
            <a:ext cx="2651760" cy="3291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606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</a:rPr>
              <a:t>Assistant IA 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0040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Alfie qualifie le besoin en 3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Clientèle 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START-UP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03520" cy="43891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39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</a:rPr>
              <a:t>Clients payeurs : PME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493775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Dirigeant·e·s / managers, France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Problèmes : temps, administratif, besoin de profils opérationnels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Comportement : cherchent sur Google le soir, veulent une réponse immédiate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Persona : Claire, 45 ans, dirige une agence de 40 salariés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03520" cy="43891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39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</a:rPr>
              <a:t>Utilisateurs : étudiant·e·s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93775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19–25 ans, Bachelor / Master école de commerce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Problèmes : visibilité, stress, calendrier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Comportement : mobile first, attendent des réponses 24/7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Persona : Yanis, 21 ans, cherche une alternance marketing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Modèle de revenus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START-UP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651760" cy="4206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</a:rPr>
              <a:t>Étudiant·e·s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4F46E5"/>
                </a:solidFill>
              </a:rPr>
              <a:t>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7472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Gratuit, toujours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651760" cy="4206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</a:rPr>
              <a:t>Offre Succès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68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4F46E5"/>
                </a:solidFill>
              </a:rPr>
              <a:t>990 € 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7472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par alternant signé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rien si pas de recrutement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51760" cy="4206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</a:rPr>
              <a:t>Offre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4F46E5"/>
                </a:solidFill>
              </a:rPr>
              <a:t>149 € HT/mois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recrutements illimités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tableau de bord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accompagnement admin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45920"/>
            <a:ext cx="2651760" cy="4206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</a:rPr>
              <a:t>Écoles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68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4F46E5"/>
                </a:solidFill>
              </a:rPr>
              <a:t>Licence annuelle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7472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suivi des placements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</a:rPr>
              <a:t>Garantie : rupture pendant la période d'essai = nouveau profil offert.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Stratégie chatbot : pourquoi Alfie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4F46E5"/>
                </a:solidFill>
              </a:rPr>
              <a:t>Objectif : qualification de prospects + prise de rendez-vous (FAQ étudiant·e·s en secondaire)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</a:rPr>
              <a:t>• Les dirigeant·e·s cherchent le soir : réponse instantanée 24/7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</a:rPr>
              <a:t>• Chaque visiteur entreprise devient un lead qualifié (taille, poste, date, ville)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</a:rPr>
              <a:t>• L'équipe commerciale ne traite que les leads chauds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</a:rPr>
              <a:t>• Les questions répétitives (tarifs, aides) sont automatisées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</a:rPr>
              <a:t>• KPI visés : conversion visiteur→lead x2 · 70 % des FAQ sans humain · RDV &lt; 24 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Parcours utilisateur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CHATBOT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1691640" cy="1463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Accueil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9260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937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2560320"/>
            <a:ext cx="1691640" cy="1463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28346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Entreprise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ou étudiant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29260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937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560320"/>
            <a:ext cx="1691640" cy="1463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8346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6 questions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(1 à la fois)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5896" y="29260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937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560320"/>
            <a:ext cx="1691640" cy="1463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8346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Résumé +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4424" y="29260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937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2" y="2560320"/>
            <a:ext cx="1691640" cy="1463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8346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Coordonnées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+ appel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2952" y="29260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937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560320"/>
            <a:ext cx="1691640" cy="1463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8346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Zap :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filtre + paths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Questions : entreprise &amp; secteur → taille → poste → niveau &amp; rythme → date de démarrage → ville / télétravail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Branche étudiant : service gratuit + lien d'inscription altermatch.fr/etudiant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Mise en œuvre 1 : accueil &amp; directives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MISE EN ŒUVRE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Message d'accueil 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« 👋 Bonjour, je suis Alfie, l'assistant d'AlterMatch ! Je vous aide à trouver l'alternant·e idéal·e en moins de 72 h — ou à décrocher votre alternance. Vous êtes plutôt entreprise 🏢 ou étudiant·e 🎓 ? »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Directives : rôle · objectifs · étapes · règles · audience · contexte · ton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Règles clés : 1 question à la fois, max 5 lignes, jamais de prix/aide inventés, escalade humaine immédiate, pas de données sensibles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21208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4747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📸 Capture d'écran à insérer 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Éditeur Zapier — Directive &amp; Greeting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Mise en œuvre 2 : connaissance, thème,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MISE EN ŒUVRE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Knowledge source : FAQ AlterMatch (fonctionnement, tarifs, aides, rythmes, contact) — réponses limitées à ce contenu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Thème : indigo #4F46E5 + ambre #F59E0B, avatar « AM »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Modèle d'IA : modèle par défaut Zapier, créativité basse pour la fiabilité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Boutons de démarrage : « Je cherche un alternant » · « Combien ça coûte ? » · « Quelles aides ? » · « Je suis étudiant·e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2514600" cy="228600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24028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📸 Capture d'écran à insérer 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Knowledge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463040"/>
            <a:ext cx="2514600" cy="228600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59" y="224028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📸 Capture d'écran à insérer 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Theme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5212080" cy="228600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📸 Capture d'écran à insérer 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Modèle d'IA + Lead 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Workflow Zapier : filtres &amp;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MISE EN ŒUVRE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560320" cy="1737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Trigger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New Lead (Chatbot)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1737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Filter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≥ 10 salariés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ET date renseignée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2560320" cy="1737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Path A — chaud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démarrage &lt; 2 mois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→ Gmail + Slack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19" y="1645920"/>
            <a:ext cx="2560320" cy="1737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Path B — tiède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→ Google Sheets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+ email nurturing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11064240" cy="265176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📸 Capture d'écran à insérer 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Éditeur du Zap (trigger, filter, paths) + historique Zap Runs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Démo : Alfie en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MISE EN ŒUVRE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1760" cy="402336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📸 Capture d'écran à insérer 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Qualification PME 40 salariés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463040"/>
            <a:ext cx="2651760" cy="402336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📸 Capture d'écran à insérer 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Question tarifs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2651760" cy="402336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📸 Capture d'écran à insérer 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Question aides (pas d'invention)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463040"/>
            <a:ext cx="2651760" cy="402336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📸 Capture d'écran à insérer 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</a:rPr>
              <a:t>« Je veux parler à un humain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4F46E5"/>
                </a:solidFill>
              </a:rPr>
              <a:t>🔗 Lien du chatbot : [coller le lien Zapier ici]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Notre avantage concurrentiel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03520" cy="43891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39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</a:rPr>
              <a:t>Jobboards classiques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493775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Annonce passive, réponse en jours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Tri manuel des CV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Aucune aide administrative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Coût par lead élevé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03520" cy="43891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39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</a:rPr>
              <a:t>AlterMatch + Alfie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93775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Réponse instantanée 24/7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Besoin qualifié automatiquement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Aides &amp; démarches expliquées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Humain concentré sur les leads chauds → CAC réduit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</a:rPr>
              <a:t>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F2937"/>
                </a:solidFill>
              </a:rPr>
              <a:t>• Prise de RDV directe (Calendly) dans le chat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F2937"/>
                </a:solidFill>
              </a:rPr>
              <a:t>• Chatbot sur WhatsApp &amp; LinkedIn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F2937"/>
                </a:solidFill>
              </a:rPr>
              <a:t>• Scoring automatique des leads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F2937"/>
                </a:solidFill>
              </a:rPr>
              <a:t>• Version étudiant : coaching CV et entretiens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</a:rPr>
              <a:t>Merci !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